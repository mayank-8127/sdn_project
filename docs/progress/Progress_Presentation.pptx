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9ED89E"/>
                </a:solidFill>
                <a:latin typeface="Calibri"/>
              </a:rPr>
              <a:t>PROGRESS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023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Failure-Aware Fast Rerouting in Software-Defined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39319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D6DEEA"/>
                </a:solidFill>
                <a:latin typeface="Calibri"/>
              </a:rPr>
              <a:t>Interim progress: plan, emulator, failure detection and first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0"/>
            <a:ext cx="39319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6DEEA"/>
                </a:solidFill>
                <a:latin typeface="Calibri"/>
              </a:rPr>
              <a:t>Department of ______________________</a:t>
            </a:r>
          </a:p>
          <a:p>
            <a:pPr algn="l"/>
            <a:r>
              <a:rPr sz="1200" b="0" i="0">
                <a:solidFill>
                  <a:srgbClr val="D6DEEA"/>
                </a:solidFill>
                <a:latin typeface="Calibri"/>
              </a:rPr>
              <a:t>Institute 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6858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Presented by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0" y="1188720"/>
          <a:ext cx="6400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56616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S. No.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Name of the Student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Roll Number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1.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Mayank Bansal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23BEC026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2.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Anas Khan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23BCS083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3.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Shardendu Mishra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23BCS122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4.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Himanshu Kumar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23BCS055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5.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Divyanshu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23BEC017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0" y="43434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Calibri"/>
              </a:rPr>
              <a:t>Under the guidance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7091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Calibri"/>
              </a:rPr>
              <a:t>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5074920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(Name and designation of the guide)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7607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Calibri"/>
              </a:rPr>
              <a:t>Academic Year: ______________        Date: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Problem and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In SDN, a failure is repaired by the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controller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: report → recompute → reprogram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That takes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tens to hundreds of milliseconds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, and grows with controller distance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OpenFlow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fast-failover groups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let a switch switch to a pre-installed backup locally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But classic fast reroute treats every link as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equally reliable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and plans each backup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independently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Links in the same conduit fail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together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: a backup can die with its primary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39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6858000"/>
              </a:tblGrid>
              <a:tr h="548639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Sharma et al. (2013)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only protection meets 50 ms recovery in OpenFlow networks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van Adrichem et al. (2014)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with fast-failover + BFD, detection dominates recovery time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IP LFA (RFC 5286), MPLS FRR (RFC 4090)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local link / node detours around the failure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Suurballe / Bhandari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disjoint path pairs for end-to-end protection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solidFill>
                      <a:srgbClr val="E2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backups ignore failure likelihood and shared risk (SRLG)</a:t>
                      </a:r>
                    </a:p>
                  </a:txBody>
                  <a:tcPr marL="73152" marR="73152" marT="36576" marB="36576" anchor="ctr">
                    <a:solidFill>
                      <a:srgbClr val="E2F1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Build a deterministic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OpenFlow emulator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(flow and group tables, port liveness, control-channel delay)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Implement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baselines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: no recovery, reactive restoration, local fast reroute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Model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failure detection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(LOS, BFD, LLDP) and gray failures and switch crashes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Measure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outage, packet loss and switch state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on Abilene and NSFNET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Design a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failure-aware fast reroute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scheme: risk model, SRLG-aware backups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68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Port it to a </a:t>
            </a:r>
            <a:r>
              <a:rPr sz="2000" b="1" i="0">
                <a:solidFill>
                  <a:srgbClr val="1B1B1B"/>
                </a:solidFill>
                <a:latin typeface="Calibri"/>
              </a:rPr>
              <a:t>real controller</a:t>
            </a:r>
            <a:r>
              <a:rPr sz="2000" b="0" i="0">
                <a:solidFill>
                  <a:srgbClr val="1B1B1B"/>
                </a:solidFill>
                <a:latin typeface="Calibri"/>
              </a:rPr>
              <a:t> (OS-Ken/Ryu) for Mininet and Open vSwitch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Plan: built in versions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37" y="1463040"/>
            <a:ext cx="9648045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73152" cy="1188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424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1B1B1B"/>
                </a:solidFill>
                <a:latin typeface="Calibri"/>
              </a:rPr>
              <a:t>Done:</a:t>
            </a:r>
            <a:r>
              <a:rPr sz="1600" b="0" i="0">
                <a:solidFill>
                  <a:srgbClr val="1B1B1B"/>
                </a:solidFill>
                <a:latin typeface="Calibri"/>
              </a:rPr>
              <a:t> v0.1 emulator + static routing, v0.2 reactive restoration, v0.3 fast reroute, v0.4 failure detection.   </a:t>
            </a:r>
            <a:r>
              <a:rPr sz="1600" b="1" i="0">
                <a:solidFill>
                  <a:srgbClr val="1B1B1B"/>
                </a:solidFill>
                <a:latin typeface="Calibri"/>
              </a:rPr>
              <a:t>Next:</a:t>
            </a:r>
            <a:r>
              <a:rPr sz="1600" b="0" i="0">
                <a:solidFill>
                  <a:srgbClr val="1B1B1B"/>
                </a:solidFill>
                <a:latin typeface="Calibri"/>
              </a:rPr>
              <a:t> end-to-end protection, then the failure-aware 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Work completed: the emulator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3546"/>
            <a:ext cx="6949440" cy="28365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Python, ~2,100 lines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78 automated tests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Flow + group tables, incl.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fast-failover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Controller delay, compute and rule-install time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Every packet sequence-numbered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Strategies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How it recovers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shortest paths, no recovery (baseline)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controller recomputes on PORT_STATUS and pushes changed rules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FRR (link)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fast-failover group: primary + VLAN-tagged detour around the link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FRR (node)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B1B1B"/>
                          </a:solidFill>
                          <a:latin typeface="Calibri"/>
                        </a:rPr>
                        <a:t>detour around the whole next switch (also covers switch failures)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Work completed: failure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743200"/>
                <a:gridCol w="2103119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Detects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Loss of signal (switch)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link cuts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~1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BFD (switch)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cuts and gray failures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3 × hello interval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hellos on every link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LLDP (controller)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cuts and gray failures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3 × probe round + controller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probes via the controller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Failure types: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link cut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,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gray (silent) failure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 (signal up, traffic dropped),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switch crash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A6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Every probe packet counted, so detection speed can be weighed against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First results: single link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6766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64592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Abilene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NSFNET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Flows / groups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121 /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23.3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20.6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121 / 0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FRR (link)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5.8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3.0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440 / 110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FRR (node)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5.8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3.0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B1B1B"/>
                          </a:solidFill>
                          <a:latin typeface="Calibri"/>
                        </a:rPr>
                        <a:t>404 / 110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1480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Mean outage of affected flows, every link cut in turn</a:t>
            </a:r>
          </a:p>
        </p:txBody>
      </p:sp>
      <p:pic>
        <p:nvPicPr>
          <p:cNvPr id="10" name="Picture 9" descr="ctrl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389120" cy="2194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73152" cy="91440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7899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 i="0">
                <a:solidFill>
                  <a:srgbClr val="1B1B1B"/>
                </a:solidFill>
                <a:latin typeface="Calibri"/>
              </a:rPr>
              <a:t>Fast reroute is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~4× faster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 and independent of controller distance, at ~3.5× the flow entries.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First results: gray failures and switch crashes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5760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Gray failure (DEN–KSC)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Outage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Probes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FRR, LOS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FRR, BFD 3.3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12.3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5,937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FRR, BFD 10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31.1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1,960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FRR, BFD 50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144.3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392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reactive, LLDP 50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167.6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392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508760"/>
          <a:ext cx="53035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/>
                <a:gridCol w="2011680"/>
                <a:gridCol w="1463039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Crash of KSC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Never recovered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Outage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62 / 62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20 / 62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27.3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FRR (link)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39 / 62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9.1 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FRR (node)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20 / 62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1B1B"/>
                          </a:solidFill>
                          <a:latin typeface="Calibri"/>
                        </a:rPr>
                        <a:t>9.1 ms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572000"/>
            <a:ext cx="11338560" cy="118872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73152" cy="1188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10642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Calibri"/>
              </a:rPr>
              <a:t>Without BFD a gray failure is </a:t>
            </a:r>
            <a:r>
              <a:rPr sz="1600" b="1" i="0">
                <a:solidFill>
                  <a:srgbClr val="1B1B1B"/>
                </a:solidFill>
                <a:latin typeface="Calibri"/>
              </a:rPr>
              <a:t>never</a:t>
            </a:r>
            <a:r>
              <a:rPr sz="1600" b="0" i="0">
                <a:solidFill>
                  <a:srgbClr val="1B1B1B"/>
                </a:solidFill>
                <a:latin typeface="Calibri"/>
              </a:rPr>
              <a:t> noticed. On a crash, the 20 flows of KSC itself are lost for everyone; </a:t>
            </a:r>
            <a:r>
              <a:rPr sz="1600" b="1" i="0">
                <a:solidFill>
                  <a:srgbClr val="1B1B1B"/>
                </a:solidFill>
                <a:latin typeface="Calibri"/>
              </a:rPr>
              <a:t>node protection</a:t>
            </a:r>
            <a:r>
              <a:rPr sz="1600" b="0" i="0">
                <a:solidFill>
                  <a:srgbClr val="1B1B1B"/>
                </a:solidFill>
                <a:latin typeface="Calibri"/>
              </a:rPr>
              <a:t> recovers all the others in ~9 ms, link protection leaves 19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The open problem: correlated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7315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377440"/>
              </a:tblGrid>
              <a:tr h="53035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Never recovered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Lost packets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50 / 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10,549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0 / 50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1,339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FRR (link)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27 / 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5,888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FRR (node)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22 / 50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4,887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16459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A6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1B1B"/>
                </a:solidFill>
                <a:latin typeface="Calibri"/>
              </a:rPr>
              <a:t>DEN–KSC and SNV–DEN share a conduit and fail together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A6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B1B1B"/>
                </a:solidFill>
                <a:latin typeface="Calibri"/>
              </a:rPr>
              <a:t>Backups for one use the other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73152" cy="109728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7899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 i="0">
                <a:solidFill>
                  <a:srgbClr val="1B1B1B"/>
                </a:solidFill>
                <a:latin typeface="Calibri"/>
              </a:rPr>
              <a:t>Reactive recovers everything, slowly. Fast reroute is fast but leaves </a:t>
            </a:r>
            <a:r>
              <a:rPr sz="1700" b="1" i="0">
                <a:solidFill>
                  <a:srgbClr val="1B1B1B"/>
                </a:solidFill>
                <a:latin typeface="Calibri"/>
              </a:rPr>
              <a:t>22–27 flows dead</a:t>
            </a:r>
            <a:r>
              <a:rPr sz="1700" b="0" i="0">
                <a:solidFill>
                  <a:srgbClr val="1B1B1B"/>
                </a:solidFill>
                <a:latin typeface="Calibri"/>
              </a:rPr>
              <a:t>. A failure-aware scheme should be both fast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F3A68"/>
                </a:solidFill>
                <a:latin typeface="Calibri"/>
              </a:rPr>
              <a:t>Remaining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Failure-Aware Fast Rerouting in SDN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601200"/>
              </a:tblGrid>
              <a:tr h="530351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solidFill>
                      <a:srgbClr val="1F3A6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v0.5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end-to-end path protection (disjoint paths)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v0.6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failure-aware FRR: risk model, SRLG-aware backups, re-optimisation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v0.7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evaluation: single, correlated, sequential and flapping failures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v0.8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OS-Ken/Ryu controller for Mininet and Open vSwitch</a:t>
                      </a:r>
                    </a:p>
                  </a:txBody>
                  <a:tcPr marL="73152" marR="73152" marT="36576" marB="36576" anchor="ctr">
                    <a:solidFill>
                      <a:srgbClr val="F3F4F7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B1B1B"/>
                          </a:solidFill>
                          <a:latin typeface="Calibri"/>
                        </a:rPr>
                        <a:t>report and presentation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0">
                <a:solidFill>
                  <a:srgbClr val="9ED89E"/>
                </a:solidFill>
                <a:latin typeface="Calibri"/>
              </a:rPr>
              <a:t>Questions and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Failure-Aware Fast Rerouting in Software-Defined Networks</dc:title>
  <dc:subject/>
  <dc:creator/>
  <cp:keywords/>
  <dc:description>generated using python-pptx</dc:description>
  <cp:lastModifiedBy/>
  <cp:revision>4</cp:revision>
  <dcterms:created xsi:type="dcterms:W3CDTF">2026-10-11T11:30:00Z</dcterms:created>
  <dcterms:modified xsi:type="dcterms:W3CDTF">2026-10-11T11:30:00Z</dcterms:modified>
  <cp:category/>
</cp:coreProperties>
</file>